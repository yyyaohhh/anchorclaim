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16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AnchorClaim — automated demurrage audit and on-chain settlement for shipping. Our submission deck for NTU InnovateX 2026, covering both the payments and AI-agent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Demurrage runs ten to thirty thousand dollars a day per vessel. Claims are reconciled by hand and take weeks to months; billions are disputed yearly. The bottleneck is manual reconciliation and frozen capital, not the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Both parties lock freight and a deposit into escrow. The Voyage Sentinel agent parses the charter party, reads AIS and port logs, deducts suspension time. It computes demurrage, writes an attestation, and the contract auto-settles. Steps one and three are payments; step two is the AI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is a single console for the whole claim lifecycle: browse and search the fleet, run a guided step-by-step audit, see the laytime breakdown, get verifiable on-chain settlement, a dispute guardrail that holds inconsistent records, and an instant cache for repeat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home screen: the fleet list on the left with search by vessel, IMO or port, and a cached badge on voyages already analyzed.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result screen: five completed steps, the laytime bar splitting counted, excess and excluded hours, and the forty-three-thousand-seven-fifty demurrage with an on-chain evidence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port log and AIS disagree beyond tolerance — forty versus seventy-nine hours — the agent stops at cross-check, refuses to auto-settle, and routes to manual review. It won't pay out on falsified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working prototype, not a mockup. Everything on the left runs end to end today — parsing, the demurrage engine, AIS cross-check, the escrow contract, the Flask API, and a live console driven by the real API. On the right is optional wiring: a live AIS key, real LLM parsing, on-chain deployment, and multi-tenant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Inputs: charter party, statement of facts, AIS track. The agent parses clauses, cross-checks AIS, computes demurrage. Settlement: escrow vault, on-chain attestation, auto payout. The stack is a Flask API and web console, a local Ollama model, and a Solidity contract on Base with USDC.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design decisions: it's contract-driven not formulaic, so it reads exclusions; it's fraud-resistant, cross-checking port logs against AIS; it writes verifiable evidence on-chain; and it degrades gracefully with regex and mock fallbacks so it runs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sixty-second walkthrough: open the console, search, select Ocean Star, run the audit and watch the four agent stages, see the forty-three-seven-fifty verdict with evidence hash, then try Delta Spirit for the dispute hold, and re-open Ocean Star to show the instant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built on: Base as the low-fee settlement chain with USDC, a Solidity escrow using OpenZeppelin, Ollama for local contract parsing, aisstream for live AIS, Flask for the API and UI, web3.py for contract calls, and a zero-dependency vanilla JS front end. Settlement targets Base and USDC but is swap-in ready for other EVM chains.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AnchorClaim takes demurrage from weeks of manual reconciliation to seconds of verifiable, on-chain settlement. Thank you — questions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5720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0" dirty="0">
                <a:solidFill>
                  <a:srgbClr val="1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9966960" y="36576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AnchorClaim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demurrage audit &amp; on-chain settlement for shipping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8368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InnovateX Hackathon 2026</a:t>
            </a:r>
            <a:r>
              <a:rPr lang="en-US" sz="14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Submission Deck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— Payments &amp; Financial Infrastructure    ·    Track 2 — AI Agents &amp; Real-World Use Cases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Demurrage is billed daily but settled in months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vessel stays in port beyond its allowed laytime, the charterer owes demurrage — large daily penalties. Today those claims are reconciled by hand: staff match PDF charter parties against paper port logs, line by line. Money stays frozen for weeks.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$10k–30k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day, per vessel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8536" y="24688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79976" y="27889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4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Weeks–months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71416" y="3657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settle one claim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9872" y="24688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7889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$5B+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02752" y="3657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each year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the arithmetic — it's manual reconciliation and trapped capital.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agent that audits the claim, and escrow that settles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731520" cy="731520"/>
          </a:xfrm>
          <a:prstGeom prst="ellipse">
            <a:avLst/>
          </a:prstGeom>
          <a:solidFill>
            <a:srgbClr val="E7EDF3"/>
          </a:solidFill>
          <a:ln w="19050">
            <a:solidFill>
              <a:srgbClr val="1B3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Charterer &amp; owner lock freight + a deposit into an on-chain escrow vault (USDC).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3154680"/>
            <a:ext cx="393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6552" y="196596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36592" y="2286000"/>
            <a:ext cx="731520" cy="731520"/>
          </a:xfrm>
          <a:prstGeom prst="ellipse">
            <a:avLst/>
          </a:prstGeom>
          <a:solidFill>
            <a:srgbClr val="FBEBD7"/>
          </a:solidFill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36592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audit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36592" y="37033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Sentinel parses the charter party, reads AIS/port logs, deducts contractual suspension time.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3154680"/>
            <a:ext cx="393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375904" y="196596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95944" y="2286000"/>
            <a:ext cx="731520" cy="731520"/>
          </a:xfrm>
          <a:prstGeom prst="ellipse">
            <a:avLst/>
          </a:prstGeom>
          <a:solidFill>
            <a:srgbClr val="DBF1EA"/>
          </a:solidFill>
          <a:ln w="19050">
            <a:solidFill>
              <a:srgbClr val="128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95944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695944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95944" y="37033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computes demurrage, writes an on-chain attestation; the contract auto-pays and releases balance.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</a:t>
            </a: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escrow &amp; settlement rail.    </a:t>
            </a: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</a:t>
            </a: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agent that reads contracts and decides.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console for the whole claim lifecycle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3182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&amp; search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voyages; filter by vessel, IMO or port as you type.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2544" y="187452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81144" y="2057400"/>
            <a:ext cx="3182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audit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1144" y="2496312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parse, cross-check, compute and settle — step by step.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47888" y="187452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76488" y="2057400"/>
            <a:ext cx="3182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Laytime breakdown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76488" y="2496312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 splits counted laytime, excess, and excluded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0215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3182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settlement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123944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carries an evidence hash written on-chain.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52544" y="350215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1144" y="3685032"/>
            <a:ext cx="3182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guardrail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81144" y="4123944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records are held for manual review, never auto-paid.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47888" y="350215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76488" y="3685032"/>
            <a:ext cx="3182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cache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76488" y="4123944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voyages are cached and served instantly on repeat views.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— fleet list, search, and cached status</a:t>
            </a:r>
            <a:endParaRPr lang="en-US" sz="2400" dirty="0"/>
          </a:p>
        </p:txBody>
      </p:sp>
      <p:pic>
        <p:nvPicPr>
          <p:cNvPr id="4" name="Image 0" descr="/home/claude/deck2/cap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34440" y="1371600"/>
            <a:ext cx="9720072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product UI · search filters the fleet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result — demurrage computed &amp; settled</a:t>
            </a:r>
            <a:endParaRPr lang="en-US" sz="2400" dirty="0"/>
          </a:p>
        </p:txBody>
      </p:sp>
      <p:pic>
        <p:nvPicPr>
          <p:cNvPr id="4" name="Image 0" descr="/home/claude/deck2/cap_result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0" y="1371600"/>
            <a:ext cx="9079992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Ocean Star · 42h excess after 6h weather exclusion · $43,750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guardrail — settlement blocked for review</a:t>
            </a:r>
            <a:endParaRPr lang="en-US" sz="2400" dirty="0"/>
          </a:p>
        </p:txBody>
      </p:sp>
      <p:pic>
        <p:nvPicPr>
          <p:cNvPr id="4" name="Image 0" descr="/home/claude/deck2/cap_dispute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0" y="1371600"/>
            <a:ext cx="9079992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log 40h vs AIS 79h → HOLD, routed to manual review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prototype, not a mockup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end-to-end today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parsing (local LLM + regex fallback)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8986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8986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 engine with suspension deduction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3741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cross-check &amp; dispute detection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8496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8496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smart contract (Solidity)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serving the audit engine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console — real API, no mocked numbers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2760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52760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cache across restarts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532120" cy="4297680"/>
          </a:xfrm>
          <a:prstGeom prst="roundRect">
            <a:avLst>
              <a:gd name="adj" fmla="val 1915"/>
            </a:avLst>
          </a:prstGeom>
          <a:solidFill>
            <a:srgbClr val="1B3B52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/ optional wiring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2468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AIS feed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27614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aisstream.io WebSocket collector (built; needs key)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3101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parse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602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qwen2.5, set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15137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settle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443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escrow to Base Sepolia, set .env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49926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285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per-charterer voyages &amp; auth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9903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51760" y="141732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24912" y="141732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Party (PDF)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55538" y="141732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28690" y="141732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Facts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59317" y="141732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32469" y="141732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/ GPS track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0" y="2212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51760" y="2560320"/>
            <a:ext cx="9082735" cy="1005840"/>
          </a:xfrm>
          <a:prstGeom prst="roundRect">
            <a:avLst>
              <a:gd name="adj" fmla="val 7273"/>
            </a:avLst>
          </a:prstGeom>
          <a:solidFill>
            <a:srgbClr val="2A2416"/>
          </a:solidFill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26151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Sentinel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9626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 clauses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15000" y="29626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Cross-check AIS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0" y="29626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demurrage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95935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397764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6352A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24912" y="397764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B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Vault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55538" y="397764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6352A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28690" y="397764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B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Attestation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59317" y="397764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6352A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932469" y="397764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B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payout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52160" y="4846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519379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521208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24912" y="521208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web console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755538" y="521208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28690" y="521208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(LLM)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859317" y="5212080"/>
            <a:ext cx="2875178" cy="777240"/>
          </a:xfrm>
          <a:prstGeom prst="roundRect">
            <a:avLst>
              <a:gd name="adj" fmla="val 8235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932469" y="5212080"/>
            <a:ext cx="2728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· Base · USDC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that matter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007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Contract-driven, not formulaic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37760" y="1737360"/>
            <a:ext cx="0" cy="68580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66360" y="168249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extracts the suspension clause and deducts only what the contract allows (weather, strikes, congestion). A naive tool would over-bill by ignoring exclusions.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871216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Fraud-resistant by construction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2907792"/>
            <a:ext cx="0" cy="68580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66360" y="285292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logs are cross-checked against independent AIS data; a delta beyond tolerance blocks auto-settlement rather than paying out on a bad record.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0416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evidence on-chain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4078224"/>
            <a:ext cx="0" cy="68580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66360" y="402336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settlement writes a hash of the audit evidence (contract + SoF + AIS) to the escrow contract, so any party can verify what the payout was based 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065776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14300" dist="38100" dir="5400000" algn="bl" rotWithShape="0">
              <a:srgbClr val="8899A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5248656"/>
            <a:ext cx="0" cy="68580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519379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chain are optional: regex-parse and mock-settle fallbacks let the full pipeline run offline for demos and CI.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 (60 seconds)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at  http://localhost:8788  ·  see /demo for a screen recording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console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92024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of three voyages loads; search filters instantly.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5786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MV Ocean Star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57860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terms, freight and deposit shown.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369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2369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audit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323697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parses clause → fetches AIS → cross-checks → computes.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8953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00:35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38953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verdict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89534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42h excess after 6h weather exclusion → $43,750, evidence hash.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5537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00:45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5537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MV Delta Spirit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45537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log vs AIS conflict → HOLD, routed to review.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00:55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5212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Re-open Ocean Star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52120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instantly from cache.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APIS &amp;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(L2)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Low-fee chain for USDC settlement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41732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84448" y="1600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84448" y="203911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settlement asset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45936" y="141732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28816" y="1600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Solidity + OpenZeppelin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8816" y="203911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contract (ReentrancyGuard, Ownable)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90304" y="141732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73184" y="1600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73184" y="203911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for charter-party parsing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09067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aisstream.io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529584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vessel AIS position feed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01568" y="2907792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84448" y="309067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(Python)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84448" y="3529584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static UI host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45936" y="2907792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28816" y="309067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web3.py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28816" y="3529584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calls from the agent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90304" y="2907792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1B3B52"/>
          </a:solidFill>
          <a:ln w="12700">
            <a:solidFill>
              <a:srgbClr val="27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73184" y="309067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 / HTML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73184" y="3529584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web console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Sponsor/infra note: settlement targets Base + USDC; swap-in ready for other EVM chains and stablecoins.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AnchorClaim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infrastructure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38404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dirty="0">
                <a:solidFill>
                  <a:srgbClr val="1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weeks of manual reconciliation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seconds of verifiable settlement.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AnchorClaim</a:t>
            </a:r>
            <a:r>
              <a:rPr lang="en-US" sz="15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Voyage Sentinel Agent   ·   NTU InnovateX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17a5ef8-8625-4b43-8979-e8fc3ba44a98}" enabled="1" method="Standard" siteId="{7851b4cc-2c5c-459f-96d9-16731d6b4ca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1531</Words>
  <Application>Microsoft Macintosh PowerPoint</Application>
  <PresentationFormat>Widescreen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AnchorClaim</dc:creator>
  <cp:lastModifiedBy>SIYUE LUO (INSAL-M&amp;S-OSPL/SIN)</cp:lastModifiedBy>
  <cp:revision>2</cp:revision>
  <dcterms:created xsi:type="dcterms:W3CDTF">2026-08-14T12:32:26Z</dcterms:created>
  <dcterms:modified xsi:type="dcterms:W3CDTF">2026-08-14T13:43:06Z</dcterms:modified>
</cp:coreProperties>
</file>